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81"/>
  </p:normalViewPr>
  <p:slideViewPr>
    <p:cSldViewPr snapToGrid="0">
      <p:cViewPr>
        <p:scale>
          <a:sx n="112" d="100"/>
          <a:sy n="112" d="100"/>
        </p:scale>
        <p:origin x="1632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5527-A7BC-B9B3-B960-149D3CB37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C9AA6-AE63-8DF5-C283-950765EBE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30527-9316-C946-6A32-AC7C0650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D0AE-68D3-144A-927B-8022F787D14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6BD08-7CB3-65CC-8E4B-7FF48336F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5FD06-F865-5FAD-2DAF-EA0043FB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3F51-9120-D343-99BE-5F658F89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10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4C840-7AA8-E753-DFA0-E8FB4468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6B041-23B9-281F-DC5F-E859DCB7C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B5713-A081-1174-83A3-BA503966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D0AE-68D3-144A-927B-8022F787D14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951F2-4D1D-A44F-90FB-A391984BC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B6CA1-3BEC-2D8F-3943-3CD476E0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3F51-9120-D343-99BE-5F658F89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11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5093-E861-B1B5-F5F5-4436A41F7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7C144-4CCB-F487-9EF1-9BECF6976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85FCF-6731-50B5-424C-DA96E5CD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D0AE-68D3-144A-927B-8022F787D14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8AA0-D47E-5CF9-DDFB-675E7F0A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FDAB6-6765-6D5D-4D6B-6E703AF1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3F51-9120-D343-99BE-5F658F89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3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9BE8-AE56-1F47-3304-AEF328A19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9B146-4893-659A-6A27-8A7D1F0C74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D40FC-EB5D-BF68-FDE1-C11E763E6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06F62-5271-7A29-D8A5-6E075CBA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D0AE-68D3-144A-927B-8022F787D14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6A1C8-78BB-EE2C-ACD8-744B6AD06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9C092-B980-62C9-5DEF-21E7AB97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3F51-9120-D343-99BE-5F658F89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25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1F044-EFC9-E730-1830-F3E53B7A5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69025-ABE5-48CC-6A28-DE1DB49BE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A2A1D-0C26-4964-CB86-E8DE26C7C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40F4D1-1CDD-6CD9-FBA3-B5F719711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B44BEF-4A3F-46F0-91D2-744326D09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95057A-1040-319B-399C-1F3674726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D0AE-68D3-144A-927B-8022F787D14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20B5-C449-007E-A104-843D2FED1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BFFA63-B058-31F9-5CA0-D99AF00A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3F51-9120-D343-99BE-5F658F89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009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709E3-AEE3-62BE-BBF1-9246FB9E1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579606-D479-A576-0F54-7E00B0C9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D0AE-68D3-144A-927B-8022F787D14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B8BF01-3C96-4DE3-EEB1-3E5389D8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4FB60-6682-4B9D-362F-54FA623A8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3F51-9120-D343-99BE-5F658F89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24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7FE630-5D9A-CB8E-9438-038AA4ADF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D0AE-68D3-144A-927B-8022F787D14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9937D-A090-5EAF-43EF-35B39EECB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BFEF4-9131-0E90-84DF-33F31E1A9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3F51-9120-D343-99BE-5F658F89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24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2888-F98A-AA5E-1AE1-438109950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4198-E836-4DCC-1AA2-41D58430B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EBB5A-DB31-6711-C0D1-279F0DBC8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1AF11-BE26-3BC9-D843-CA39AB24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D0AE-68D3-144A-927B-8022F787D14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872F7-4BC9-510F-37DF-F328D5296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92F05-F500-E7B2-F5B7-3BD046EED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3F51-9120-D343-99BE-5F658F89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89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2F509-C6C5-5B91-BDED-4DCECC225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99970F-E300-8C0D-EFC7-A9176D270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07909-C399-F18E-CB3D-1DFFF0B05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ED09D-2907-175C-D568-828EA060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D0AE-68D3-144A-927B-8022F787D14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4CAB5-4881-F2C4-8883-4C4554E5B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FEEE1-32CC-AA48-D1DF-6FDFB0537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3F51-9120-D343-99BE-5F658F89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5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05F5B-9160-589F-BD30-55434A7CB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E4EDB-40C8-96A4-8CCC-F6E71DC20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D238B-1087-5B8F-3DF0-E20F6DB6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D0AE-68D3-144A-927B-8022F787D14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5DE07-537A-3518-7D8C-763C60F73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9EE62-EB33-3557-87CD-CE7A8E206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3F51-9120-D343-99BE-5F658F89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0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58BAF8-E3FD-F7F4-16E5-3E5D681AE4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634DF5-795E-D08E-57B7-E4A9DD260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F28D5-1306-0E75-C91D-84A37DE8B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D0AE-68D3-144A-927B-8022F787D14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009C4-0864-EA76-0605-023E8C593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35A41-F140-3DB5-D80E-AE494944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3F51-9120-D343-99BE-5F658F89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77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E083F9-A8AE-E420-C5F7-5E212A8FB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AC1AE-19DB-373C-7FEE-8EAC59777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32477-527C-B3B2-3E3E-48DAFBE82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2D0AE-68D3-144A-927B-8022F787D14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2C0BF-26A1-C7CC-05FC-10274CD47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371C6-9AF7-C077-1531-48488992A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A63F51-9120-D343-99BE-5F658F89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51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bit.ly/478vm0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quantum.cloud.ibm.com/composer" TargetMode="External"/><Relationship Id="rId4" Type="http://schemas.openxmlformats.org/officeDocument/2006/relationships/hyperlink" Target="https://quantum.cloud.ibm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2B2AA-6828-FA86-8D2D-8BAC7EA6A2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272B5-8106-7ABC-56CA-8921D57D9C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QCA Education</a:t>
            </a:r>
          </a:p>
        </p:txBody>
      </p:sp>
    </p:spTree>
    <p:extLst>
      <p:ext uri="{BB962C8B-B14F-4D97-AF65-F5344CB8AC3E}">
        <p14:creationId xmlns:p14="http://schemas.microsoft.com/office/powerpoint/2010/main" val="279003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07BC-46AA-2F2F-92F9-27DBE4546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Python Notebooks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DDF2C-25EF-E038-942D-A6E016C29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</a:t>
            </a:r>
            <a:r>
              <a:rPr lang="en-US" dirty="0" err="1">
                <a:hlinkClick r:id="rId2"/>
              </a:rPr>
              <a:t>bit.ly</a:t>
            </a:r>
            <a:r>
              <a:rPr lang="en-US" dirty="0">
                <a:hlinkClick r:id="rId2"/>
              </a:rPr>
              <a:t>/478vm0f</a:t>
            </a:r>
            <a:endParaRPr lang="en-US" dirty="0"/>
          </a:p>
        </p:txBody>
      </p:sp>
      <p:pic>
        <p:nvPicPr>
          <p:cNvPr id="5" name="Picture 4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EC584DE0-4E8E-7366-D725-883A591B0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" y="2314067"/>
            <a:ext cx="4123944" cy="41239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84629B-72F5-F957-872A-6BD6FEF76491}"/>
              </a:ext>
            </a:extLst>
          </p:cNvPr>
          <p:cNvSpPr txBox="1"/>
          <p:nvPr/>
        </p:nvSpPr>
        <p:spPr>
          <a:xfrm>
            <a:off x="5577840" y="1473518"/>
            <a:ext cx="607161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IBM Cloud Account: </a:t>
            </a:r>
            <a:r>
              <a:rPr lang="en-US" sz="3200" dirty="0">
                <a:hlinkClick r:id="rId4"/>
              </a:rPr>
              <a:t>https://quantum.cloud.ibm.com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Circuit Composer: </a:t>
            </a:r>
          </a:p>
          <a:p>
            <a:r>
              <a:rPr lang="en-US" sz="3200" dirty="0">
                <a:hlinkClick r:id="rId5"/>
              </a:rPr>
              <a:t>https://quantum.cloud.ibm.com/composer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Slides w/ Quantum Computing basics in GitHub Repo – ask me questions! </a:t>
            </a:r>
          </a:p>
        </p:txBody>
      </p:sp>
    </p:spTree>
    <p:extLst>
      <p:ext uri="{BB962C8B-B14F-4D97-AF65-F5344CB8AC3E}">
        <p14:creationId xmlns:p14="http://schemas.microsoft.com/office/powerpoint/2010/main" val="123191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57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Qiskit Workshop</vt:lpstr>
      <vt:lpstr>Access Python Notebooks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Arnab Ghosh</dc:creator>
  <cp:lastModifiedBy>Arnab Ghosh</cp:lastModifiedBy>
  <cp:revision>3</cp:revision>
  <dcterms:created xsi:type="dcterms:W3CDTF">2025-10-26T04:14:12Z</dcterms:created>
  <dcterms:modified xsi:type="dcterms:W3CDTF">2025-10-26T04:33:45Z</dcterms:modified>
</cp:coreProperties>
</file>